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6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3C3CA5-77A8-4872-8184-6FFDE8D34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8872D2-8F2C-4C1F-B8E4-28DAF2BBA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523E20-543C-4A94-8CAB-C16A5B172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DCDA-FABA-46A7-B3A2-A17CA6D49D23}" type="datetimeFigureOut">
              <a:rPr lang="ru-RU" smtClean="0"/>
              <a:t>10.06.2022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5762F7-8FF7-4EF3-8A59-6A8D6E4D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8145DC-397A-4ECA-B0E7-2446C141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0298-6E5C-45C5-9AD7-178792A44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39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0EB2D-7144-4C0A-A4CD-4B983EFE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4293BB-1570-421D-B996-1388CC25D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187ABD-A71E-4623-9EF0-5224C02B3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DCDA-FABA-46A7-B3A2-A17CA6D49D23}" type="datetimeFigureOut">
              <a:rPr lang="ru-RU" smtClean="0"/>
              <a:t>10.06.2022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93E2FE-ABF0-48BC-B391-8F827F9C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499FF7-4F40-4A4D-9B2B-82F6AEBE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0298-6E5C-45C5-9AD7-178792A44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44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029B7-156B-4FC1-8139-4F5A2E1E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6CC683-29C8-4041-A00E-7907F84B5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D2191F-8788-41B7-9B3E-DA360498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DCDA-FABA-46A7-B3A2-A17CA6D49D23}" type="datetimeFigureOut">
              <a:rPr lang="ru-RU" smtClean="0"/>
              <a:t>10.06.2022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0C4006-1E42-427E-9AA8-155F6508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98615D-931E-4171-8771-E30EEA0A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0298-6E5C-45C5-9AD7-178792A44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16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D8111-CF78-4005-B4C9-B223DF7EB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2E23D4-2E7B-4D43-9361-FF321E64E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F14CF8F-36AA-482C-A104-8C5292799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1C55AE-B75C-459D-9B05-B15550C6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DCDA-FABA-46A7-B3A2-A17CA6D49D23}" type="datetimeFigureOut">
              <a:rPr lang="ru-RU" smtClean="0"/>
              <a:t>10.06.2022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C7BAB3-7E48-4596-8398-E5FFD01CC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C78E30-AE99-4FB4-9870-8D74A7CE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0298-6E5C-45C5-9AD7-178792A44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92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36367-CB33-422B-A37A-B577B1CDC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097099-3980-44A2-9919-2706F1C64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38571E-8512-47D5-8CB5-DABE18A04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2BADF34-58D3-48AD-A18B-817E393417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A29E13B-E9BF-4BB4-8F3B-501641E37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790BE9B-BDF6-4B95-B8C3-43829626D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DCDA-FABA-46A7-B3A2-A17CA6D49D23}" type="datetimeFigureOut">
              <a:rPr lang="ru-RU" smtClean="0"/>
              <a:t>10.06.2022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111DEC2-4D12-4F1F-9903-A6F71E54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41B93CA-F9FF-4465-A13C-1A473BCB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0298-6E5C-45C5-9AD7-178792A44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939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4A10FA-28CB-418E-8B5A-9899C319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8387C9-D6A3-4525-BE6B-044F73C3A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DCDA-FABA-46A7-B3A2-A17CA6D49D23}" type="datetimeFigureOut">
              <a:rPr lang="ru-RU" smtClean="0"/>
              <a:t>10.06.2022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C555A6-0402-4A7E-97D4-25C3BAAA8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F54171-362B-4C0D-91A6-A04616DFC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0298-6E5C-45C5-9AD7-178792A44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064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49AC66-EEF2-4772-A179-BC01D976F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DCDA-FABA-46A7-B3A2-A17CA6D49D23}" type="datetimeFigureOut">
              <a:rPr lang="ru-RU" smtClean="0"/>
              <a:t>10.06.2022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C3F09C0-4780-43CB-94D7-5AE87A5F2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874368-A3DD-4069-849E-44BC1D2B6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0298-6E5C-45C5-9AD7-178792A44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96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2FAA6C-D9FC-476A-BD0C-36965E1E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BCF5D3-A3D3-4ECC-A5D8-B8D9F7164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62F494-9470-4E0B-8604-9FB889E69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E096CB-BE8F-41CB-8C78-1541EB7E5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DCDA-FABA-46A7-B3A2-A17CA6D49D23}" type="datetimeFigureOut">
              <a:rPr lang="ru-RU" smtClean="0"/>
              <a:t>10.06.2022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8D091F-53EC-48CB-A1BF-0A6F7F2B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A86F54-6005-4C0E-9CB6-4FEEF4CC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0298-6E5C-45C5-9AD7-178792A44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139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F91CA-DEA5-4FA7-9A9E-F98B94E77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C5151F9-96C9-46A1-8246-35185754F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EFFDBD-4D3F-4EC3-8C67-2725A30E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DE2C9E-D852-4F65-90D6-DD517A3C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DCDA-FABA-46A7-B3A2-A17CA6D49D23}" type="datetimeFigureOut">
              <a:rPr lang="ru-RU" smtClean="0"/>
              <a:t>10.06.2022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8C6EBF-CAA4-4623-A10C-DD5E06A2D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8E00A0-30B9-446F-9AA4-04C51273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0298-6E5C-45C5-9AD7-178792A44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74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C5BED5-380E-4431-B564-2E9810210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7BFFAE-65BD-46B7-BDFE-4963290E7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0EAFD4-CE80-4E57-83E5-CD5D6E89B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DCDA-FABA-46A7-B3A2-A17CA6D49D23}" type="datetimeFigureOut">
              <a:rPr lang="ru-RU" smtClean="0"/>
              <a:t>10.06.2022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4A9384-49C1-4609-BA4E-439D9AE4D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AE072C-B479-4C1A-B397-4B0F63D8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0298-6E5C-45C5-9AD7-178792A44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941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6DA8489-E855-4431-85EC-2870A5F78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3659D28-110B-444B-BF83-94D2DC977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E81DED-5A73-4EE4-8370-45F3AA4E5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DCDA-FABA-46A7-B3A2-A17CA6D49D23}" type="datetimeFigureOut">
              <a:rPr lang="ru-RU" smtClean="0"/>
              <a:t>10.06.2022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52AAF8-835C-4C6D-AB99-C3E98866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10C2E8-9FD4-41B8-A382-F6784436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0298-6E5C-45C5-9AD7-178792A44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98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26906-DC1E-4507-AC9F-301D81840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A22D57-3207-4B9D-868C-AF08BF38B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3EACA7-7370-43C0-9826-1D80773A9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0DCDA-FABA-46A7-B3A2-A17CA6D49D23}" type="datetimeFigureOut">
              <a:rPr lang="ru-RU" smtClean="0"/>
              <a:t>10.06.2022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4372BA-72FD-4B09-8CA6-0A11BB7E9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BEFEFC-F9AC-416C-85B0-084001C5E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D0298-6E5C-45C5-9AD7-178792A44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63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36F3AC-09AE-47F3-9F2C-0F45E399D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885" y="1122363"/>
            <a:ext cx="11679101" cy="2387600"/>
          </a:xfrm>
        </p:spPr>
        <p:txBody>
          <a:bodyPr>
            <a:normAutofit/>
          </a:bodyPr>
          <a:lstStyle/>
          <a:p>
            <a:r>
              <a:rPr lang="ru-RU" sz="5000" b="1" dirty="0">
                <a:solidFill>
                  <a:srgbClr val="002060"/>
                </a:solidFill>
              </a:rPr>
              <a:t>Название курса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2BE121-4001-4BCD-8185-81D82B5E04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u-RU" sz="25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BA4B2A-2E9B-44DD-A59D-6DDCC7C8A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1" y="153625"/>
            <a:ext cx="2327105" cy="85320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45F8A1-FF88-4266-A5B4-6E5C792144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4B4828-2898-410C-97CE-88F9899B9F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CE0C57-B7AF-4568-990A-8116CAF12C28}"/>
              </a:ext>
            </a:extLst>
          </p:cNvPr>
          <p:cNvSpPr txBox="1"/>
          <p:nvPr/>
        </p:nvSpPr>
        <p:spPr>
          <a:xfrm>
            <a:off x="452761" y="6458154"/>
            <a:ext cx="3708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rgbClr val="002060"/>
                </a:solidFill>
              </a:rPr>
              <a:t>«ТОО «НПО «Группа компаний «</a:t>
            </a:r>
            <a:r>
              <a:rPr lang="en-US" sz="1400" b="1" dirty="0">
                <a:solidFill>
                  <a:srgbClr val="002060"/>
                </a:solidFill>
              </a:rPr>
              <a:t>DOSTI</a:t>
            </a:r>
            <a:r>
              <a:rPr lang="ru-RU" sz="1400" b="1" dirty="0">
                <a:solidFill>
                  <a:srgbClr val="002060"/>
                </a:solidFill>
              </a:rPr>
              <a:t>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E886D-F4C4-4670-B74B-E65A85C3E5F0}"/>
              </a:ext>
            </a:extLst>
          </p:cNvPr>
          <p:cNvSpPr txBox="1"/>
          <p:nvPr/>
        </p:nvSpPr>
        <p:spPr>
          <a:xfrm>
            <a:off x="11472951" y="645815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2022</a:t>
            </a:r>
            <a:endParaRPr lang="ru-RU" sz="1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977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A1B2F-1DF9-4192-B89D-54A4B292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6544"/>
            <a:ext cx="10515600" cy="8532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</a:rPr>
              <a:t>Привет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7C8040-5193-4B57-ACDC-BE01B876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1" y="153625"/>
            <a:ext cx="2327105" cy="85320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E159CA-827F-423E-8998-2A9C842B2D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16D7F7-60AB-4E9B-9FA0-8121B3C3D5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</p:spPr>
      </p:pic>
      <p:sp>
        <p:nvSpPr>
          <p:cNvPr id="19" name="Объект 18">
            <a:extLst>
              <a:ext uri="{FF2B5EF4-FFF2-40B4-BE49-F238E27FC236}">
                <a16:creationId xmlns:a16="http://schemas.microsoft.com/office/drawing/2014/main" id="{51DFAB9B-9226-4216-85B1-32CE3BE4B0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AC854266-5BB7-4928-8FE8-0F1D91C3D2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748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A1B2F-1DF9-4192-B89D-54A4B292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6544"/>
            <a:ext cx="10515600" cy="8532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</a:rPr>
              <a:t>Привет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7C8040-5193-4B57-ACDC-BE01B876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1" y="153625"/>
            <a:ext cx="2327105" cy="85320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E159CA-827F-423E-8998-2A9C842B2D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16D7F7-60AB-4E9B-9FA0-8121B3C3D5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</p:spPr>
      </p:pic>
      <p:sp>
        <p:nvSpPr>
          <p:cNvPr id="19" name="Объект 18">
            <a:extLst>
              <a:ext uri="{FF2B5EF4-FFF2-40B4-BE49-F238E27FC236}">
                <a16:creationId xmlns:a16="http://schemas.microsoft.com/office/drawing/2014/main" id="{51DFAB9B-9226-4216-85B1-32CE3BE4B0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AC854266-5BB7-4928-8FE8-0F1D91C3D2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29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A1B2F-1DF9-4192-B89D-54A4B292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6544"/>
            <a:ext cx="10515600" cy="8532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</a:rPr>
              <a:t>Привет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7C8040-5193-4B57-ACDC-BE01B876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1" y="153625"/>
            <a:ext cx="2327105" cy="85320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E159CA-827F-423E-8998-2A9C842B2D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16D7F7-60AB-4E9B-9FA0-8121B3C3D5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</p:spPr>
      </p:pic>
      <p:sp>
        <p:nvSpPr>
          <p:cNvPr id="19" name="Объект 18">
            <a:extLst>
              <a:ext uri="{FF2B5EF4-FFF2-40B4-BE49-F238E27FC236}">
                <a16:creationId xmlns:a16="http://schemas.microsoft.com/office/drawing/2014/main" id="{51DFAB9B-9226-4216-85B1-32CE3BE4B0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AC854266-5BB7-4928-8FE8-0F1D91C3D2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2993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A1B2F-1DF9-4192-B89D-54A4B292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6544"/>
            <a:ext cx="10515600" cy="8532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</a:rPr>
              <a:t>Привет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7C8040-5193-4B57-ACDC-BE01B876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1" y="153625"/>
            <a:ext cx="2327105" cy="85320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E159CA-827F-423E-8998-2A9C842B2D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16D7F7-60AB-4E9B-9FA0-8121B3C3D5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</p:spPr>
      </p:pic>
      <p:sp>
        <p:nvSpPr>
          <p:cNvPr id="19" name="Объект 18">
            <a:extLst>
              <a:ext uri="{FF2B5EF4-FFF2-40B4-BE49-F238E27FC236}">
                <a16:creationId xmlns:a16="http://schemas.microsoft.com/office/drawing/2014/main" id="{51DFAB9B-9226-4216-85B1-32CE3BE4B0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AC854266-5BB7-4928-8FE8-0F1D91C3D2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58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A1B2F-1DF9-4192-B89D-54A4B292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6544"/>
            <a:ext cx="10515600" cy="8532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</a:rPr>
              <a:t>Привет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7C8040-5193-4B57-ACDC-BE01B876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1" y="153625"/>
            <a:ext cx="2327105" cy="85320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E159CA-827F-423E-8998-2A9C842B2D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16D7F7-60AB-4E9B-9FA0-8121B3C3D5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</p:spPr>
      </p:pic>
      <p:sp>
        <p:nvSpPr>
          <p:cNvPr id="19" name="Объект 18">
            <a:extLst>
              <a:ext uri="{FF2B5EF4-FFF2-40B4-BE49-F238E27FC236}">
                <a16:creationId xmlns:a16="http://schemas.microsoft.com/office/drawing/2014/main" id="{51DFAB9B-9226-4216-85B1-32CE3BE4B0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AC854266-5BB7-4928-8FE8-0F1D91C3D2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89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A1B2F-1DF9-4192-B89D-54A4B292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6544"/>
            <a:ext cx="10515600" cy="8532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</a:rPr>
              <a:t>Привет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7C8040-5193-4B57-ACDC-BE01B876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1" y="153625"/>
            <a:ext cx="2327105" cy="85320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E159CA-827F-423E-8998-2A9C842B2D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16D7F7-60AB-4E9B-9FA0-8121B3C3D5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</p:spPr>
      </p:pic>
      <p:sp>
        <p:nvSpPr>
          <p:cNvPr id="19" name="Объект 18">
            <a:extLst>
              <a:ext uri="{FF2B5EF4-FFF2-40B4-BE49-F238E27FC236}">
                <a16:creationId xmlns:a16="http://schemas.microsoft.com/office/drawing/2014/main" id="{51DFAB9B-9226-4216-85B1-32CE3BE4B0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AC854266-5BB7-4928-8FE8-0F1D91C3D2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162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A1B2F-1DF9-4192-B89D-54A4B292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6544"/>
            <a:ext cx="10515600" cy="8532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</a:rPr>
              <a:t>Привет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7C8040-5193-4B57-ACDC-BE01B876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1" y="153625"/>
            <a:ext cx="2327105" cy="85320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E159CA-827F-423E-8998-2A9C842B2D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16D7F7-60AB-4E9B-9FA0-8121B3C3D5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</p:spPr>
      </p:pic>
      <p:sp>
        <p:nvSpPr>
          <p:cNvPr id="19" name="Объект 18">
            <a:extLst>
              <a:ext uri="{FF2B5EF4-FFF2-40B4-BE49-F238E27FC236}">
                <a16:creationId xmlns:a16="http://schemas.microsoft.com/office/drawing/2014/main" id="{51DFAB9B-9226-4216-85B1-32CE3BE4B0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AC854266-5BB7-4928-8FE8-0F1D91C3D2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516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A1B2F-1DF9-4192-B89D-54A4B292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6544"/>
            <a:ext cx="10515600" cy="8532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</a:rPr>
              <a:t>Привет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7C8040-5193-4B57-ACDC-BE01B876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1" y="153625"/>
            <a:ext cx="2327105" cy="85320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E159CA-827F-423E-8998-2A9C842B2D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16D7F7-60AB-4E9B-9FA0-8121B3C3D5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</p:spPr>
      </p:pic>
      <p:sp>
        <p:nvSpPr>
          <p:cNvPr id="19" name="Объект 18">
            <a:extLst>
              <a:ext uri="{FF2B5EF4-FFF2-40B4-BE49-F238E27FC236}">
                <a16:creationId xmlns:a16="http://schemas.microsoft.com/office/drawing/2014/main" id="{51DFAB9B-9226-4216-85B1-32CE3BE4B0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AC854266-5BB7-4928-8FE8-0F1D91C3D2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070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A1B2F-1DF9-4192-B89D-54A4B292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6544"/>
            <a:ext cx="10515600" cy="8532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</a:rPr>
              <a:t>Привет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7C8040-5193-4B57-ACDC-BE01B876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1" y="153625"/>
            <a:ext cx="2327105" cy="85320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E159CA-827F-423E-8998-2A9C842B2D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16D7F7-60AB-4E9B-9FA0-8121B3C3D5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</p:spPr>
      </p:pic>
      <p:sp>
        <p:nvSpPr>
          <p:cNvPr id="19" name="Объект 18">
            <a:extLst>
              <a:ext uri="{FF2B5EF4-FFF2-40B4-BE49-F238E27FC236}">
                <a16:creationId xmlns:a16="http://schemas.microsoft.com/office/drawing/2014/main" id="{51DFAB9B-9226-4216-85B1-32CE3BE4B0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AC854266-5BB7-4928-8FE8-0F1D91C3D2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652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A1B2F-1DF9-4192-B89D-54A4B292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6544"/>
            <a:ext cx="10515600" cy="8532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</a:rPr>
              <a:t>Привет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7C8040-5193-4B57-ACDC-BE01B876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1" y="153625"/>
            <a:ext cx="2327105" cy="85320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E159CA-827F-423E-8998-2A9C842B2D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16D7F7-60AB-4E9B-9FA0-8121B3C3D5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</p:spPr>
      </p:pic>
      <p:sp>
        <p:nvSpPr>
          <p:cNvPr id="19" name="Объект 18">
            <a:extLst>
              <a:ext uri="{FF2B5EF4-FFF2-40B4-BE49-F238E27FC236}">
                <a16:creationId xmlns:a16="http://schemas.microsoft.com/office/drawing/2014/main" id="{51DFAB9B-9226-4216-85B1-32CE3BE4B0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AC854266-5BB7-4928-8FE8-0F1D91C3D2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143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A1B2F-1DF9-4192-B89D-54A4B292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96544"/>
            <a:ext cx="10515600" cy="853204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</a:rPr>
              <a:t>Привет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7C8040-5193-4B57-ACDC-BE01B876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1" y="153625"/>
            <a:ext cx="2327105" cy="85320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E159CA-827F-423E-8998-2A9C842B2D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16D7F7-60AB-4E9B-9FA0-8121B3C3D5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</p:spPr>
      </p:pic>
      <p:sp>
        <p:nvSpPr>
          <p:cNvPr id="19" name="Объект 18">
            <a:extLst>
              <a:ext uri="{FF2B5EF4-FFF2-40B4-BE49-F238E27FC236}">
                <a16:creationId xmlns:a16="http://schemas.microsoft.com/office/drawing/2014/main" id="{51DFAB9B-9226-4216-85B1-32CE3BE4B0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AC854266-5BB7-4928-8FE8-0F1D91C3D2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8767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24</Words>
  <Application>Microsoft Office PowerPoint</Application>
  <PresentationFormat>Широкоэкранный</PresentationFormat>
  <Paragraphs>14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Segoe UI</vt:lpstr>
      <vt:lpstr>Тема Office</vt:lpstr>
      <vt:lpstr>Название курса</vt:lpstr>
      <vt:lpstr>Привет</vt:lpstr>
      <vt:lpstr>Привет</vt:lpstr>
      <vt:lpstr>Привет</vt:lpstr>
      <vt:lpstr>Привет</vt:lpstr>
      <vt:lpstr>Привет</vt:lpstr>
      <vt:lpstr>Привет</vt:lpstr>
      <vt:lpstr>Привет</vt:lpstr>
      <vt:lpstr>Привет</vt:lpstr>
      <vt:lpstr>Привет</vt:lpstr>
      <vt:lpstr>Привет</vt:lpstr>
      <vt:lpstr>Привет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Molganov A.A</dc:creator>
  <cp:lastModifiedBy>Molganov A.A</cp:lastModifiedBy>
  <cp:revision>285</cp:revision>
  <dcterms:created xsi:type="dcterms:W3CDTF">2022-04-07T08:23:43Z</dcterms:created>
  <dcterms:modified xsi:type="dcterms:W3CDTF">2022-06-10T16:08:55Z</dcterms:modified>
</cp:coreProperties>
</file>